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/cimiento-bloque1/tools/materiales/out/cache/logo-cimient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822960" cy="548640"/>
          </a:xfrm>
          <a:prstGeom prst="rect">
            <a:avLst/>
          </a:prstGeom>
        </p:spPr>
      </p:pic>
      <p:pic>
        <p:nvPicPr>
          <p:cNvPr id="3" name="Image 1" descr="/home/claude/work/b/cimiento-bloque1/tools/materiales/out/cache/logo-ieoh-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92608"/>
            <a:ext cx="457200" cy="47548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82880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Dios me conoce</a:t>
            </a:r>
            <a:endParaRPr lang="en-US" sz="54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A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CIMIENTO · Semana 3</a:t>
            </a:r>
            <a:endParaRPr lang="en-US" sz="2000" dirty="0"/>
          </a:p>
        </p:txBody>
      </p:sp>
      <p:pic>
        <p:nvPicPr>
          <p:cNvPr id="6" name="Image 2" descr="/home/claude/work/b/cimiento-bloque1/tools/materiales/out/cache/ill_heart_han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657600"/>
            <a:ext cx="2286000" cy="2286000"/>
          </a:xfrm>
          <a:prstGeom prst="rect">
            <a:avLst/>
          </a:prstGeom>
        </p:spPr>
      </p:pic>
      <p:pic>
        <p:nvPicPr>
          <p:cNvPr id="7" name="Image 3" descr="/home/claude/work/b/cimiento-bloque1/tools/materiales/out/cache/nino_wave_9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840480"/>
            <a:ext cx="1764792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oundRect">
            <a:avLst/>
          </a:prstGeom>
          <a:solidFill>
            <a:srgbClr val="1230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82880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crees que te conoce mejor que nadie?</a:t>
            </a:r>
            <a:endParaRPr lang="en-US" sz="4200" dirty="0"/>
          </a:p>
        </p:txBody>
      </p:sp>
      <p:pic>
        <p:nvPicPr>
          <p:cNvPr id="4" name="Image 0" descr="/home/claude/work/b/cimiento-bloque1/tools/materiales/out/cache/ill_heart_h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32004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Dios te conoce desde...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A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¡antes de que nacieras!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Dios conoce...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2468880"/>
            <a:ext cx="2103120" cy="21031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A13F"/>
            </a:solidFill>
            <a:prstDash val="solid"/>
          </a:ln>
        </p:spPr>
      </p:sp>
      <p:pic>
        <p:nvPicPr>
          <p:cNvPr id="4" name="Image 0" descr="/home/claude/work/b/cimiento-bloque1/tools/materiales/out/cache/ill_heart_han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278892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pensamientos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26280" y="2468880"/>
            <a:ext cx="2103120" cy="21031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A13F"/>
            </a:solidFill>
            <a:prstDash val="solid"/>
          </a:ln>
        </p:spPr>
      </p:sp>
      <p:pic>
        <p:nvPicPr>
          <p:cNvPr id="7" name="Image 1" descr="/home/claude/work/b/cimiento-bloque1/tools/materiales/out/cache/nino_stand_90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2788920"/>
            <a:ext cx="1463040" cy="1463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34340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caminas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8046720" y="2468880"/>
            <a:ext cx="2103120" cy="21031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A13F"/>
            </a:solidFill>
            <a:prstDash val="solid"/>
          </a:ln>
        </p:spPr>
      </p:sp>
      <p:pic>
        <p:nvPicPr>
          <p:cNvPr id="10" name="Image 2" descr="/home/claude/work/b/cimiento-bloque1/tools/materiales/out/cache/ill_su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66760" y="2788920"/>
            <a:ext cx="1463040" cy="1463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86384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vas a decir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/cimiento-bloque1/tools/materiales/out/cache/ill_heart_h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144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Dios te conoce por completo, y te formó con cuidado.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80160"/>
            <a:ext cx="10332720" cy="429768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38100">
            <a:solidFill>
              <a:srgbClr val="D9A1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94960" y="15544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💬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algo que te gusta, y que Dios ya sabía que te iba a gustar?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1737360"/>
            <a:ext cx="5029200" cy="0"/>
          </a:xfrm>
          <a:prstGeom prst="line">
            <a:avLst/>
          </a:prstGeom>
          <a:noFill/>
          <a:ln w="25400">
            <a:solidFill>
              <a:srgbClr val="D9A1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011680"/>
            <a:ext cx="1033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"Te alabaré; porque formidables, maravillosas son tus obras; estoy maravillado, y mi alma lo sabe muy bien."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 139:14 (RVR1960)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566160" y="5029200"/>
            <a:ext cx="5029200" cy="0"/>
          </a:xfrm>
          <a:prstGeom prst="line">
            <a:avLst/>
          </a:prstGeom>
          <a:noFill/>
          <a:ln w="25400">
            <a:solidFill>
              <a:srgbClr val="D9A13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¡Manos a la obra!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394960" y="17373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✏️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10896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tu tarjeta con tu nombre y algo que te gusta — ¡Dios ya lo sabía!</a:t>
            </a:r>
            <a:endParaRPr lang="en-US" sz="2600" dirty="0"/>
          </a:p>
        </p:txBody>
      </p:sp>
      <p:pic>
        <p:nvPicPr>
          <p:cNvPr id="5" name="Image 0" descr="/home/claude/work/b/cimiento-bloque1/tools/materiales/out/cache/ill_heart_h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97680"/>
            <a:ext cx="2011680" cy="2011680"/>
          </a:xfrm>
          <a:prstGeom prst="rect">
            <a:avLst/>
          </a:prstGeom>
        </p:spPr>
      </p:pic>
      <p:pic>
        <p:nvPicPr>
          <p:cNvPr id="6" name="Image 1" descr="/home/claude/work/b/cimiento-bloque1/tools/materiales/out/cache/nina_wave_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206240"/>
            <a:ext cx="1527048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/cimiento-bloque1/tools/materiales/out/cache/logo-cimient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822960" cy="548640"/>
          </a:xfrm>
          <a:prstGeom prst="rect">
            <a:avLst/>
          </a:prstGeom>
        </p:spPr>
      </p:pic>
      <p:pic>
        <p:nvPicPr>
          <p:cNvPr id="3" name="Image 1" descr="/home/claude/work/b/cimiento-bloque1/tools/materiales/out/cache/logo-ieoh-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92608"/>
            <a:ext cx="457200" cy="47548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10312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Gracias, Dios, porque me conoces por completo.</a:t>
            </a:r>
            <a:endParaRPr lang="en-US" sz="4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4206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A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Amén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CIMIENTO · Construyendo vidas sobre Cristo.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2026-10-05T09:25:33Z</dcterms:created>
  <dcterms:modified xsi:type="dcterms:W3CDTF">2026-10-05T09:25:33Z</dcterms:modified>
</cp:coreProperties>
</file>