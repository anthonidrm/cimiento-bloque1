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r47/logo-cimient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56032"/>
            <a:ext cx="822960" cy="548640"/>
          </a:xfrm>
          <a:prstGeom prst="rect">
            <a:avLst/>
          </a:prstGeom>
        </p:spPr>
      </p:pic>
      <p:pic>
        <p:nvPicPr>
          <p:cNvPr id="3" name="Image 1" descr="/home/claude/work/r47/logo-ieoh-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92608"/>
            <a:ext cx="457200" cy="4754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8288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Dios me conoce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32004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CIMIENTO · Semana 3</a:t>
            </a:r>
            <a:endParaRPr lang="en-US" sz="2000" dirty="0"/>
          </a:p>
        </p:txBody>
      </p:sp>
      <p:pic>
        <p:nvPicPr>
          <p:cNvPr id="6" name="Image 2" descr="/home/claude/work/r47/ill_heart_hand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2286000" cy="2286000"/>
          </a:xfrm>
          <a:prstGeom prst="rect">
            <a:avLst/>
          </a:prstGeom>
        </p:spPr>
      </p:pic>
      <p:pic>
        <p:nvPicPr>
          <p:cNvPr id="7" name="Image 3" descr="/home/claude/work/r47/nina_wav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3749040"/>
            <a:ext cx="1664208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02920"/>
          </a:xfrm>
          <a:prstGeom prst="roundRect">
            <a:avLst/>
          </a:prstGeom>
          <a:solidFill>
            <a:srgbClr val="12304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10312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¿Quién crees que te conoce mejor que nadie?</a:t>
            </a:r>
            <a:endParaRPr lang="en-US" sz="4200" dirty="0"/>
          </a:p>
        </p:txBody>
      </p:sp>
      <p:pic>
        <p:nvPicPr>
          <p:cNvPr id="4" name="Image 0" descr="/home/claude/work/r47/ill_heart_ha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320040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544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Dios te conoce desde...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51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A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¡antes de que nacieras!</a:t>
            </a:r>
            <a:endParaRPr 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Dios conoce...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4" name="Image 0" descr="/home/claude/work/r47/ill_heart_h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25880" y="278892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 pensamientos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2628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7" name="Image 1" descr="/home/claude/work/r47/nina_wa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278892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34340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caminas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8046720" y="2468880"/>
            <a:ext cx="2103120" cy="210312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pic>
        <p:nvPicPr>
          <p:cNvPr id="10" name="Image 2" descr="/home/claude/work/r47/ill_su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788920"/>
            <a:ext cx="1463040" cy="1463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863840" y="4754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vas a decir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r47/ill_heart_ha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914400"/>
            <a:ext cx="2743200" cy="2743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1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Dios te conoce por completo, y te formó con cuidado.</a:t>
            </a:r>
            <a:endParaRPr lang="en-US" sz="3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80160"/>
            <a:ext cx="10332720" cy="4297680"/>
          </a:xfrm>
          <a:prstGeom prst="roundRect">
            <a:avLst>
              <a:gd name="adj" fmla="val 5319"/>
            </a:avLst>
          </a:prstGeom>
          <a:solidFill>
            <a:srgbClr val="FFFFFF"/>
          </a:solidFill>
          <a:ln w="38100">
            <a:solidFill>
              <a:srgbClr val="D9A1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394960" y="1554480"/>
            <a:ext cx="1371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💬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743200"/>
            <a:ext cx="9418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algo que te gusta,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que Dios ya sabía que te iba a gustar?</a:t>
            </a:r>
            <a:endParaRPr 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566160" y="1737360"/>
            <a:ext cx="5029200" cy="0"/>
          </a:xfrm>
          <a:prstGeom prst="line">
            <a:avLst/>
          </a:prstGeom>
          <a:noFill/>
          <a:ln w="25400">
            <a:solidFill>
              <a:srgbClr val="D9A1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201168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"Te alabaré; porque formidables, maravillosas son tus obras; estoy maravillado, y mi alma lo sabe muy bien."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Salmo 139:14 (RVR1960)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566160" y="5029200"/>
            <a:ext cx="5029200" cy="0"/>
          </a:xfrm>
          <a:prstGeom prst="line">
            <a:avLst/>
          </a:prstGeom>
          <a:noFill/>
          <a:ln w="25400">
            <a:solidFill>
              <a:srgbClr val="D9A13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23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¡Manos a la obra!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394960" y="173736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✏️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108960"/>
            <a:ext cx="9966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tu tarjeta con tu nombre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0E23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algo que te gusta — ¡Dios ya lo sabía!</a:t>
            </a:r>
            <a:endParaRPr lang="en-US" sz="2600" dirty="0"/>
          </a:p>
        </p:txBody>
      </p:sp>
      <p:pic>
        <p:nvPicPr>
          <p:cNvPr id="5" name="Image 0" descr="/home/claude/work/r47/ill_heart_han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297680"/>
            <a:ext cx="2011680" cy="2011680"/>
          </a:xfrm>
          <a:prstGeom prst="rect">
            <a:avLst/>
          </a:prstGeom>
        </p:spPr>
      </p:pic>
      <p:pic>
        <p:nvPicPr>
          <p:cNvPr id="6" name="Image 1" descr="/home/claude/work/r47/nino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206240"/>
            <a:ext cx="1344168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r47/logo-cimient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56032"/>
            <a:ext cx="822960" cy="548640"/>
          </a:xfrm>
          <a:prstGeom prst="rect">
            <a:avLst/>
          </a:prstGeom>
        </p:spPr>
      </p:pic>
      <p:pic>
        <p:nvPicPr>
          <p:cNvPr id="3" name="Image 1" descr="/home/claude/work/r47/logo-ieoh-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292608"/>
            <a:ext cx="457200" cy="4754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10312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Gracias, Dios,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dirty="0">
                <a:solidFill>
                  <a:srgbClr val="FDFC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porque me conoces por completo.</a:t>
            </a:r>
            <a:endParaRPr lang="en-US" sz="4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9A1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Amén</a:t>
            </a:r>
            <a:endParaRPr lang="en-US" sz="2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309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CIMIENTO · Construyendo vidas sobre Cristo.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2026-10-04T08:34:17Z</dcterms:created>
  <dcterms:modified xsi:type="dcterms:W3CDTF">2026-10-04T08:34:17Z</dcterms:modified>
</cp:coreProperties>
</file>