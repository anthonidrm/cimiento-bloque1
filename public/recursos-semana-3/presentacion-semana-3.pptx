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me conoce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3</a:t>
            </a:r>
            <a:endParaRPr lang="en-US" sz="2000" dirty="0"/>
          </a:p>
        </p:txBody>
      </p:sp>
      <p:pic>
        <p:nvPicPr>
          <p:cNvPr id="6" name="Image 2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57600"/>
            <a:ext cx="2286000" cy="2286000"/>
          </a:xfrm>
          <a:prstGeom prst="rect">
            <a:avLst/>
          </a:prstGeom>
        </p:spPr>
      </p:pic>
      <p:pic>
        <p:nvPicPr>
          <p:cNvPr id="7" name="Image 3" descr="/home/claude/work/b/cimiento-bloque1/tools/materiales/out/cache/nino_wave_90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840480"/>
            <a:ext cx="176479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crees que te conoce mejor que nadie?</a:t>
            </a:r>
            <a:endParaRPr lang="en-US" sz="4200" dirty="0"/>
          </a:p>
        </p:txBody>
      </p:sp>
      <p:pic>
        <p:nvPicPr>
          <p:cNvPr id="4" name="Image 0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2004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conoce desde...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¡antes de que nacieras!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conoce...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pensamientos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b/cimiento-bloque1/tools/materiales/out/cache/nino_stand_90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caminas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b/cimiento-bloque1/tools/materiales/out/cache/ill_su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decir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1440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conoce por completo, y te formó con cuidado.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algo que te gusta, y que Dios ya sabía que te iba a gustar?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"Te alabaré; porque formidables, maravillosas son tus obras; estoy maravillado, y mi alma lo sabe muy bien."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 139:14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tu tarjeta con tu nombre y algo que te gusta — ¡Dios ya lo sabía!</a:t>
            </a:r>
            <a:endParaRPr lang="en-US" sz="2600" dirty="0"/>
          </a:p>
        </p:txBody>
      </p:sp>
      <p:pic>
        <p:nvPicPr>
          <p:cNvPr id="5" name="Image 0" descr="/home/claude/work/b/cimiento-bloque1/tools/materiales/out/cache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97680"/>
            <a:ext cx="2011680" cy="2011680"/>
          </a:xfrm>
          <a:prstGeom prst="rect">
            <a:avLst/>
          </a:prstGeom>
        </p:spPr>
      </p:pic>
      <p:pic>
        <p:nvPicPr>
          <p:cNvPr id="6" name="Image 1" descr="/home/claude/work/b/cimiento-bloque1/tools/materiales/out/cache/nina_wave_9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206240"/>
            <a:ext cx="152704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/cimiento-bloque1/tools/materiales/out/cache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b/cimiento-bloque1/tools/materiales/out/cache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 porque me conoces por completo.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2026-10-05T09:37:26Z</dcterms:created>
  <dcterms:modified xsi:type="dcterms:W3CDTF">2026-10-05T09:37:26Z</dcterms:modified>
</cp:coreProperties>
</file>