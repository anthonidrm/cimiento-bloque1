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3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/cimiento-bloque1/tools/materiales/out/cache/logo-cimiento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56032"/>
            <a:ext cx="822960" cy="548640"/>
          </a:xfrm>
          <a:prstGeom prst="rect">
            <a:avLst/>
          </a:prstGeom>
        </p:spPr>
      </p:pic>
      <p:pic>
        <p:nvPicPr>
          <p:cNvPr id="3" name="Image 1" descr="/home/claude/work/b/cimiento-bloque1/tools/materiales/out/cache/logo-ieoh-ba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292608"/>
            <a:ext cx="457200" cy="47548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57200" y="1828800"/>
            <a:ext cx="11247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DFC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 vida tiene valor</a:t>
            </a:r>
            <a:endParaRPr lang="en-US" sz="5400" dirty="0"/>
          </a:p>
        </p:txBody>
      </p:sp>
      <p:sp>
        <p:nvSpPr>
          <p:cNvPr id="5" name="Text 1"/>
          <p:cNvSpPr txBox="1"/>
          <p:nvPr/>
        </p:nvSpPr>
        <p:spPr>
          <a:xfrm>
            <a:off x="457200" y="32004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9A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CIMIENTO · Semana 4</a:t>
            </a:r>
            <a:endParaRPr lang="en-US" sz="2000" dirty="0"/>
          </a:p>
        </p:txBody>
      </p:sp>
      <p:pic>
        <p:nvPicPr>
          <p:cNvPr id="6" name="Image 2" descr="/home/claude/work/b/cimiento-bloque1/tools/materiales/out/cache/ill_bi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4206240"/>
            <a:ext cx="1828800" cy="1097280"/>
          </a:xfrm>
          <a:prstGeom prst="rect">
            <a:avLst/>
          </a:prstGeom>
        </p:spPr>
      </p:pic>
      <p:pic>
        <p:nvPicPr>
          <p:cNvPr id="7" name="Image 3" descr="/home/claude/work/b/cimiento-bloque1/tools/materiales/out/cache/nino_wave_90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3840480"/>
            <a:ext cx="1764792" cy="2651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oundRect">
            <a:avLst/>
          </a:prstGeom>
          <a:solidFill>
            <a:srgbClr val="12304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828800"/>
            <a:ext cx="11064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E23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¿Alguna vez sentiste que valías menos porque algo no te salió bien?</a:t>
            </a:r>
            <a:endParaRPr lang="en-US" sz="4200" dirty="0"/>
          </a:p>
        </p:txBody>
      </p:sp>
      <p:pic>
        <p:nvPicPr>
          <p:cNvPr id="4" name="Image 0" descr="/home/claude/work/b/cimiento-bloque1/tools/materiales/out/cache/ill_treas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9160" y="3840480"/>
            <a:ext cx="27432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23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55448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DFC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Jesús dijo que cuidamos hasta a los pajarillos...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5176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9A1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¡Tú vales mucho más!</a:t>
            </a:r>
            <a:endParaRPr lang="en-US" sz="4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23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Recordemos lo que aprendimos: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05840" y="2468880"/>
            <a:ext cx="2103120" cy="210312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D9A13F"/>
            </a:solidFill>
            <a:prstDash val="solid"/>
          </a:ln>
        </p:spPr>
      </p:sp>
      <p:pic>
        <p:nvPicPr>
          <p:cNvPr id="4" name="Image 0" descr="/home/claude/work/b/cimiento-bloque1/tools/materiales/out/cache/ill_su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25880" y="2788920"/>
            <a:ext cx="1463040" cy="14630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47548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Dios me creó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4526280" y="2468880"/>
            <a:ext cx="2103120" cy="210312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D9A13F"/>
            </a:solidFill>
            <a:prstDash val="solid"/>
          </a:ln>
        </p:spPr>
      </p:sp>
      <p:pic>
        <p:nvPicPr>
          <p:cNvPr id="7" name="Image 1" descr="/home/claude/work/b/cimiento-bloque1/tools/materiales/out/cache/ill_mirror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846320" y="2788920"/>
            <a:ext cx="1463040" cy="14630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343400" y="47548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 imagen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8046720" y="2468880"/>
            <a:ext cx="2103120" cy="210312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D9A13F"/>
            </a:solidFill>
            <a:prstDash val="solid"/>
          </a:ln>
        </p:spPr>
      </p:sp>
      <p:pic>
        <p:nvPicPr>
          <p:cNvPr id="10" name="Image 2" descr="/home/claude/work/b/cimiento-bloque1/tools/materiales/out/cache/ill_heart_hands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366760" y="2788920"/>
            <a:ext cx="1463040" cy="146304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7863840" y="47548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me conoce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23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/cimiento-bloque1/tools/materiales/out/cache/nina_wave_9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822960"/>
            <a:ext cx="1892808" cy="28346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493776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9A1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 valor viene de Dios, no de lo que haces.</a:t>
            </a:r>
            <a:endParaRPr lang="en-US" sz="3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80160"/>
            <a:ext cx="10332720" cy="4297680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 w="38100">
            <a:solidFill>
              <a:srgbClr val="D9A13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394960" y="155448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</a:rPr>
              <a:t>💬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2743200"/>
            <a:ext cx="9418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23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 Dios cuida hasta de los pajarillos pequeños, ¿cómo crees que te cuida a ti?</a:t>
            </a:r>
            <a:endParaRPr lang="en-US" sz="3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23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66160" y="1737360"/>
            <a:ext cx="5029200" cy="0"/>
          </a:xfrm>
          <a:prstGeom prst="line">
            <a:avLst/>
          </a:prstGeom>
          <a:noFill/>
          <a:ln w="25400">
            <a:solidFill>
              <a:srgbClr val="D9A13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14400" y="2011680"/>
            <a:ext cx="10332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i="1" dirty="0">
                <a:solidFill>
                  <a:srgbClr val="FDFC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"Así que, no temáis; más valéis vosotros que muchos pajarillos."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29768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A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Mateo 10:31 (RVR1960)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566160" y="5029200"/>
            <a:ext cx="5029200" cy="0"/>
          </a:xfrm>
          <a:prstGeom prst="line">
            <a:avLst/>
          </a:prstGeom>
          <a:noFill/>
          <a:ln w="25400">
            <a:solidFill>
              <a:srgbClr val="D9A13F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E23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¡Manos a la obra!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394960" y="173736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✏️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108960"/>
            <a:ext cx="9966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E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 tu manualidad «Mi valor» y comparte algo que aprendiste sobre tu valor.</a:t>
            </a:r>
            <a:endParaRPr lang="en-US" sz="2600" dirty="0"/>
          </a:p>
        </p:txBody>
      </p:sp>
      <p:pic>
        <p:nvPicPr>
          <p:cNvPr id="5" name="Image 0" descr="/home/claude/work/b/cimiento-bloque1/tools/materiales/out/cache/ill_treas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480560"/>
            <a:ext cx="2103120" cy="1737360"/>
          </a:xfrm>
          <a:prstGeom prst="rect">
            <a:avLst/>
          </a:prstGeom>
        </p:spPr>
      </p:pic>
      <p:pic>
        <p:nvPicPr>
          <p:cNvPr id="6" name="Image 1" descr="/home/claude/work/b/cimiento-bloque1/tools/materiales/out/cache/ill_bi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4754880"/>
            <a:ext cx="182880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23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/cimiento-bloque1/tools/materiales/out/cache/logo-cimiento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56032"/>
            <a:ext cx="822960" cy="548640"/>
          </a:xfrm>
          <a:prstGeom prst="rect">
            <a:avLst/>
          </a:prstGeom>
        </p:spPr>
      </p:pic>
      <p:pic>
        <p:nvPicPr>
          <p:cNvPr id="3" name="Image 1" descr="/home/claude/work/b/cimiento-bloque1/tools/materiales/out/cache/logo-ieoh-ba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292608"/>
            <a:ext cx="457200" cy="47548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2103120"/>
            <a:ext cx="11064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DFC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Gracias, Dios, porque mi valor viene de ti.</a:t>
            </a:r>
            <a:endParaRPr lang="en-US" sz="42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4206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9A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Amén</a:t>
            </a:r>
            <a:endParaRPr lang="en-US" sz="2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309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CIMIENTO · Construyendo vidas sobre Cristo.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2026-10-05T09:25:33Z</dcterms:created>
  <dcterms:modified xsi:type="dcterms:W3CDTF">2026-10-05T09:25:33Z</dcterms:modified>
</cp:coreProperties>
</file>