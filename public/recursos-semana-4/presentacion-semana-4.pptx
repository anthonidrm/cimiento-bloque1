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 vida tiene valor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4</a:t>
            </a:r>
            <a:endParaRPr lang="en-US" sz="2000" dirty="0"/>
          </a:p>
        </p:txBody>
      </p:sp>
      <p:pic>
        <p:nvPicPr>
          <p:cNvPr id="6" name="Image 2" descr="/home/claude/work/r47/ill_bi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206240"/>
            <a:ext cx="1828800" cy="1097280"/>
          </a:xfrm>
          <a:prstGeom prst="rect">
            <a:avLst/>
          </a:prstGeom>
        </p:spPr>
      </p:pic>
      <p:pic>
        <p:nvPicPr>
          <p:cNvPr id="7" name="Image 3" descr="/home/claude/work/r47/nina_wa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749040"/>
            <a:ext cx="1609344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¿Alguna vez sentiste que valías menos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algo no te salió bien?</a:t>
            </a:r>
            <a:endParaRPr lang="en-US" sz="4200" dirty="0"/>
          </a:p>
        </p:txBody>
      </p:sp>
      <p:pic>
        <p:nvPicPr>
          <p:cNvPr id="4" name="Image 0" descr="/home/claude/work/r47/ill_trea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384048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Jesús dijo que cuidamos hasta a los pajarillos...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¡Tú vales mucho más!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Recordemos lo que aprendimos: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r47/ill_su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Dios me creó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r47/ill_mirro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 imagen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r47/ill_heart_hand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 conoce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nino_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822960"/>
            <a:ext cx="1536192" cy="2606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valor viene de Dios, no de lo que haces.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Dios cuida hasta de los pajarillos pequeños,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crees que te cuida a ti?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"Así que, no temáis; más valéis vosotros que muchos pajarillos."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10:31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tu manualidad "Mi valor"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comparte algo que aprendiste sobre tu valor.</a:t>
            </a:r>
            <a:endParaRPr lang="en-US" sz="2600" dirty="0"/>
          </a:p>
        </p:txBody>
      </p:sp>
      <p:pic>
        <p:nvPicPr>
          <p:cNvPr id="5" name="Image 0" descr="/home/claude/work/r47/ill_trea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80560"/>
            <a:ext cx="2103120" cy="1737360"/>
          </a:xfrm>
          <a:prstGeom prst="rect">
            <a:avLst/>
          </a:prstGeom>
        </p:spPr>
      </p:pic>
      <p:pic>
        <p:nvPicPr>
          <p:cNvPr id="6" name="Image 1" descr="/home/claude/work/r47/ill_bi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4754880"/>
            <a:ext cx="182880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mi valor viene de ti.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2026-10-04T08:34:17Z</dcterms:created>
  <dcterms:modified xsi:type="dcterms:W3CDTF">2026-10-04T08:34:17Z</dcterms:modified>
</cp:coreProperties>
</file>