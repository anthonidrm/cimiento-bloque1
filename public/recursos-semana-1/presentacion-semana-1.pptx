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/cimiento-bloque1/tools/materiales/out/cache/logo-cimient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256032"/>
            <a:ext cx="822960" cy="548640"/>
          </a:xfrm>
          <a:prstGeom prst="rect">
            <a:avLst/>
          </a:prstGeom>
        </p:spPr>
      </p:pic>
      <p:pic>
        <p:nvPicPr>
          <p:cNvPr id="3" name="Image 1" descr="/home/claude/work/b/cimiento-bloque1/tools/materiales/out/cache/logo-ieoh-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92608"/>
            <a:ext cx="457200" cy="47548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57200" y="182880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DFC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¡Dios me creó!</a:t>
            </a:r>
            <a:endParaRPr lang="en-US" sz="5400" dirty="0"/>
          </a:p>
        </p:txBody>
      </p:sp>
      <p:sp>
        <p:nvSpPr>
          <p:cNvPr id="5" name="Text 1"/>
          <p:cNvSpPr txBox="1"/>
          <p:nvPr/>
        </p:nvSpPr>
        <p:spPr>
          <a:xfrm>
            <a:off x="457200" y="32004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9A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CIMIENTO · Semana 1</a:t>
            </a:r>
            <a:endParaRPr lang="en-US" sz="2000" dirty="0"/>
          </a:p>
        </p:txBody>
      </p:sp>
      <p:pic>
        <p:nvPicPr>
          <p:cNvPr id="6" name="Image 2" descr="/home/claude/work/b/cimiento-bloque1/tools/materiales/out/cache/ill_tre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14800"/>
            <a:ext cx="2103120" cy="2103120"/>
          </a:xfrm>
          <a:prstGeom prst="rect">
            <a:avLst/>
          </a:prstGeom>
        </p:spPr>
      </p:pic>
      <p:pic>
        <p:nvPicPr>
          <p:cNvPr id="7" name="Image 3" descr="/home/claude/work/b/cimiento-bloque1/tools/materiales/out/cache/ill_su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0" y="4206240"/>
            <a:ext cx="1920240" cy="1920240"/>
          </a:xfrm>
          <a:prstGeom prst="rect">
            <a:avLst/>
          </a:prstGeom>
        </p:spPr>
      </p:pic>
      <p:pic>
        <p:nvPicPr>
          <p:cNvPr id="8" name="Image 4" descr="/home/claude/work/b/cimiento-bloque1/tools/materiales/out/cache/nina_wave_90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40" y="3840480"/>
            <a:ext cx="1764792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oundRect">
            <a:avLst/>
          </a:prstGeom>
          <a:solidFill>
            <a:srgbClr val="1230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82880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¿Sabes quién te hizo?</a:t>
            </a:r>
            <a:endParaRPr lang="en-US" sz="4200" dirty="0"/>
          </a:p>
        </p:txBody>
      </p:sp>
      <p:pic>
        <p:nvPicPr>
          <p:cNvPr id="4" name="Image 0" descr="/home/claude/work/b/cimiento-bloque1/tools/materiales/out/cache/nino_wave_90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3017520"/>
            <a:ext cx="2130552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55448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DFC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que existiera algo...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9A1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¡solo existía Dios!</a:t>
            </a:r>
            <a:endParaRPr lang="en-US" sz="4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Dios hizo todo lo que existe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05840" y="2468880"/>
            <a:ext cx="2103120" cy="210312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A13F"/>
            </a:solidFill>
            <a:prstDash val="solid"/>
          </a:ln>
        </p:spPr>
      </p:sp>
      <p:pic>
        <p:nvPicPr>
          <p:cNvPr id="4" name="Image 0" descr="/home/claude/work/b/cimiento-bloque1/tools/materiales/out/cache/ill_su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25880" y="2788920"/>
            <a:ext cx="1463040" cy="1463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4754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cielo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26280" y="2468880"/>
            <a:ext cx="2103120" cy="210312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A13F"/>
            </a:solidFill>
            <a:prstDash val="solid"/>
          </a:ln>
        </p:spPr>
      </p:sp>
      <p:pic>
        <p:nvPicPr>
          <p:cNvPr id="7" name="Image 1" descr="/home/claude/work/b/cimiento-bloque1/tools/materiales/out/cache/ill_tre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2788920"/>
            <a:ext cx="1463040" cy="1463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343400" y="4754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plantas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8046720" y="2468880"/>
            <a:ext cx="2103120" cy="210312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A13F"/>
            </a:solidFill>
            <a:prstDash val="solid"/>
          </a:ln>
        </p:spPr>
      </p:sp>
      <p:pic>
        <p:nvPicPr>
          <p:cNvPr id="10" name="Image 2" descr="/home/claude/work/b/cimiento-bloque1/tools/materiales/out/cache/ill_bir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366760" y="2788920"/>
            <a:ext cx="1463040" cy="1463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863840" y="4754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animales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/cimiento-bloque1/tools/materiales/out/cache/nina_wave_90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822960"/>
            <a:ext cx="1947672" cy="2926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493776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9A1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luego, Dios te hizo a ti — ¡con propósito!</a:t>
            </a:r>
            <a:endParaRPr lang="en-US" sz="3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80160"/>
            <a:ext cx="10332720" cy="4297680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 w="38100">
            <a:solidFill>
              <a:srgbClr val="D9A13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394960" y="155448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💬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2743200"/>
            <a:ext cx="9418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cosas hizo Dios que puedes ver ahora mismo?</a:t>
            </a:r>
            <a:endParaRPr lang="en-US" sz="3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66160" y="1737360"/>
            <a:ext cx="5029200" cy="0"/>
          </a:xfrm>
          <a:prstGeom prst="line">
            <a:avLst/>
          </a:prstGeom>
          <a:noFill/>
          <a:ln w="25400">
            <a:solidFill>
              <a:srgbClr val="D9A13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14400" y="2011680"/>
            <a:ext cx="10332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DFC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"Y creó Dios al hombre a su imagen, a imagen de Dios lo creó; varón y hembra los creó."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29768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A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Génesis 1:27 (RVR1960)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566160" y="5029200"/>
            <a:ext cx="5029200" cy="0"/>
          </a:xfrm>
          <a:prstGeom prst="line">
            <a:avLst/>
          </a:prstGeom>
          <a:noFill/>
          <a:ln w="25400">
            <a:solidFill>
              <a:srgbClr val="D9A13F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¡Manos a la obra!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394960" y="173736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✏️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108960"/>
            <a:ext cx="9966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Dibuja algo que Dios hizo, y algo que Dios te dio a ti.</a:t>
            </a:r>
            <a:endParaRPr lang="en-US" sz="2600" dirty="0"/>
          </a:p>
        </p:txBody>
      </p:sp>
      <p:pic>
        <p:nvPicPr>
          <p:cNvPr id="5" name="Image 0" descr="/home/claude/work/b/cimiento-bloque1/tools/materiales/out/cache/nino_wave_90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297680"/>
            <a:ext cx="1463040" cy="2194560"/>
          </a:xfrm>
          <a:prstGeom prst="rect">
            <a:avLst/>
          </a:prstGeom>
        </p:spPr>
      </p:pic>
      <p:pic>
        <p:nvPicPr>
          <p:cNvPr id="6" name="Image 1" descr="/home/claude/work/b/cimiento-bloque1/tools/materiales/out/cache/ill_tr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572000"/>
            <a:ext cx="1737360" cy="17373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/cimiento-bloque1/tools/materiales/out/cache/logo-cimient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256032"/>
            <a:ext cx="822960" cy="548640"/>
          </a:xfrm>
          <a:prstGeom prst="rect">
            <a:avLst/>
          </a:prstGeom>
        </p:spPr>
      </p:pic>
      <p:pic>
        <p:nvPicPr>
          <p:cNvPr id="3" name="Image 1" descr="/home/claude/work/b/cimiento-bloque1/tools/materiales/out/cache/logo-ieoh-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92608"/>
            <a:ext cx="457200" cy="47548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2103120"/>
            <a:ext cx="11064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DFC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Gracias, Dios, porque tú me hiciste.</a:t>
            </a:r>
            <a:endParaRPr lang="en-US" sz="42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4206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D9A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Amén</a:t>
            </a:r>
            <a:endParaRPr lang="en-US" sz="2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309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CIMIENTO · Construyendo vidas sobre Cristo.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2026-10-05T09:37:26Z</dcterms:created>
  <dcterms:modified xsi:type="dcterms:W3CDTF">2026-10-05T09:37:26Z</dcterms:modified>
</cp:coreProperties>
</file>