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r47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r47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¡Dios me creó!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Semana 1</a:t>
            </a:r>
            <a:endParaRPr lang="en-US" sz="2000" dirty="0"/>
          </a:p>
        </p:txBody>
      </p:sp>
      <p:pic>
        <p:nvPicPr>
          <p:cNvPr id="6" name="Image 2" descr="/home/claude/work/r47/ill_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206240"/>
            <a:ext cx="1920240" cy="1920240"/>
          </a:xfrm>
          <a:prstGeom prst="rect">
            <a:avLst/>
          </a:prstGeom>
        </p:spPr>
      </p:pic>
      <p:pic>
        <p:nvPicPr>
          <p:cNvPr id="7" name="Image 3" descr="/home/claude/work/r47/ill_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2103120" cy="2103120"/>
          </a:xfrm>
          <a:prstGeom prst="rect">
            <a:avLst/>
          </a:prstGeom>
        </p:spPr>
      </p:pic>
      <p:pic>
        <p:nvPicPr>
          <p:cNvPr id="8" name="Image 4" descr="/home/claude/work/r47/nina_wa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566160"/>
            <a:ext cx="18288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230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¿Sabes quién te hizo?</a:t>
            </a:r>
            <a:endParaRPr lang="en-US" sz="4200" dirty="0"/>
          </a:p>
        </p:txBody>
      </p:sp>
      <p:pic>
        <p:nvPicPr>
          <p:cNvPr id="4" name="Image 0" descr="/home/claude/work/r47/nino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926080"/>
            <a:ext cx="1984248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que existiera algo...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¡solo existía Dios!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Dios hizo todo lo que existe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4" name="Image 0" descr="/home/claude/work/r47/ill_s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2788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cielo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2628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7" name="Image 1" descr="/home/claude/work/r47/ill_tr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78892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340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plantas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46720" y="246888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pic>
        <p:nvPicPr>
          <p:cNvPr id="10" name="Image 2" descr="/home/claude/work/r47/ill_bir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278892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6384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animales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r47/nina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1691640" cy="2880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luego, Dios te hizo a ti — ¡con propósito!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10332720" cy="4297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381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94960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💬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cosas hizo Dios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puedes ver ahora mismo?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73736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 creó Dios al hombre a su imagen, a imagen de Dios lo creó; varón y hembra los creó."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Génesis 1:27 (RVR1960)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5029200"/>
            <a:ext cx="5029200" cy="0"/>
          </a:xfrm>
          <a:prstGeom prst="line">
            <a:avLst/>
          </a:prstGeom>
          <a:noFill/>
          <a:ln w="25400">
            <a:solidFill>
              <a:srgbClr val="D9A13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¡Manos a la obra!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394960" y="17373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✏️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10896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algo que Dios hizo,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algo que Dios te dio a ti.</a:t>
            </a:r>
            <a:endParaRPr lang="en-US" sz="2600" dirty="0"/>
          </a:p>
        </p:txBody>
      </p:sp>
      <p:pic>
        <p:nvPicPr>
          <p:cNvPr id="5" name="Image 0" descr="/home/claude/work/r47/nino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6240"/>
            <a:ext cx="1289304" cy="2194560"/>
          </a:xfrm>
          <a:prstGeom prst="rect">
            <a:avLst/>
          </a:prstGeom>
        </p:spPr>
      </p:pic>
      <p:pic>
        <p:nvPicPr>
          <p:cNvPr id="6" name="Image 1" descr="/home/claude/work/r47/ill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r47/logo-cimient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822960" cy="548640"/>
          </a:xfrm>
          <a:prstGeom prst="rect">
            <a:avLst/>
          </a:prstGeom>
        </p:spPr>
      </p:pic>
      <p:pic>
        <p:nvPicPr>
          <p:cNvPr id="3" name="Image 1" descr="/home/claude/work/r47/logo-ieoh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92608"/>
            <a:ext cx="457200" cy="4754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Gracias, Dios,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DF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me hiciste.</a:t>
            </a:r>
            <a:endParaRPr lang="en-US" sz="4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Amén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 · Construyendo vidas sobre Cristo.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2026-10-04T08:34:17Z</dcterms:created>
  <dcterms:modified xsi:type="dcterms:W3CDTF">2026-10-04T08:34:17Z</dcterms:modified>
</cp:coreProperties>
</file>