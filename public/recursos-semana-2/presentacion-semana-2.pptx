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b/cimiento-bloque1/tools/materiales/out/cache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¡Llevo la imagen de Dios!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Semana 2</a:t>
            </a:r>
            <a:endParaRPr lang="en-US" sz="2000" dirty="0"/>
          </a:p>
        </p:txBody>
      </p:sp>
      <p:pic>
        <p:nvPicPr>
          <p:cNvPr id="6" name="Image 2" descr="/home/claude/work/b/cimiento-bloque1/tools/materiales/out/cache/ill_mirr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00"/>
            <a:ext cx="2011680" cy="2377440"/>
          </a:xfrm>
          <a:prstGeom prst="rect">
            <a:avLst/>
          </a:prstGeom>
        </p:spPr>
      </p:pic>
      <p:pic>
        <p:nvPicPr>
          <p:cNvPr id="7" name="Image 3" descr="/home/claude/work/b/cimiento-bloque1/tools/materiales/out/cache/nina_wave_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40480"/>
            <a:ext cx="1764792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230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¿Te has visto en un espejo hoy?</a:t>
            </a:r>
            <a:endParaRPr lang="en-US" sz="4200" dirty="0"/>
          </a:p>
        </p:txBody>
      </p:sp>
      <p:pic>
        <p:nvPicPr>
          <p:cNvPr id="4" name="Image 0" descr="/home/claude/work/b/cimiento-bloque1/tools/materiales/out/cache/ill_mi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108960"/>
            <a:ext cx="22860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Dios te hizo para que te parezcas a Él...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¡Llevas Su imagen!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Llevar la imagen de Dios significa que puedes...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4" name="Image 0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27889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2628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7" name="Image 1" descr="/home/claude/work/b/cimiento-bloque1/tools/materiales/out/cache/nina_stand_90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78892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4340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y crear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04672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10" name="Image 2" descr="/home/claude/work/b/cimiento-bloque1/tools/materiales/out/cache/ill_tre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2788920"/>
            <a:ext cx="146304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6384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lo que Dios hizo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ill_mi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22960"/>
            <a:ext cx="22860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persona que conoces también lleva la imagen de Dios.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10332720" cy="4297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💬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puedes hacer tú que un animal no puede hacer?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73736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"Entonces dijo Dios: Hagamos al hombre a nuestra imagen, conforme a nuestra semejanza; y señoree en los peces del mar, en las aves de los cielos, en las bestias, en toda la tierra, y en todo animal que se arrastra sobre la tierra."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Génesis 1:26 (RVR1960)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502920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¡Manos a la obra!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394960" y="17373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✏️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10896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Dibújate frente a un espejo, y escribe algo bueno que puedes hacer porque llevas la imagen de Dios.</a:t>
            </a:r>
            <a:endParaRPr lang="en-US" sz="2600" dirty="0"/>
          </a:p>
        </p:txBody>
      </p:sp>
      <p:pic>
        <p:nvPicPr>
          <p:cNvPr id="5" name="Image 0" descr="/home/claude/work/b/cimiento-bloque1/tools/materiales/out/cache/nino_wave_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1463040" cy="2194560"/>
          </a:xfrm>
          <a:prstGeom prst="rect">
            <a:avLst/>
          </a:prstGeom>
        </p:spPr>
      </p:pic>
      <p:pic>
        <p:nvPicPr>
          <p:cNvPr id="6" name="Image 1" descr="/home/claude/work/b/cimiento-bloque1/tools/materiales/out/cache/ill_mi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297680"/>
            <a:ext cx="17373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b/cimiento-bloque1/tools/materiales/out/cache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Gracias, Dios, por hacerme a tu imagen.</a:t>
            </a:r>
            <a:endParaRPr lang="en-US" sz="4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Construyendo vidas sobre Cristo.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2026-10-05T09:25:33Z</dcterms:created>
  <dcterms:modified xsi:type="dcterms:W3CDTF">2026-10-05T09:25:33Z</dcterms:modified>
</cp:coreProperties>
</file>